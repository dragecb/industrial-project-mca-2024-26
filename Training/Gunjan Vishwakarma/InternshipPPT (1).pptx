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200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29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Training Report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App Development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3200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14884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Gunjan Vishwakarma  |  Roll No: 24CEBMC606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51460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Semester IV  •  Engineering College Bikaner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8803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2025-26  |  Guide: Dr. Ankur Goswami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24612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 CDTS Bikaner  •  19 Jan – 5 Mar 2026 (45 Days)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4663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Training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Internship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4864" cy="3840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" y="960120"/>
            <a:ext cx="5065776" cy="38404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241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Internship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47548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for Cloud &amp; DevOps Training Society (CDTS), Bikaner
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January 2026 to 05 March 2026 (45 Days)
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Development
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Delivered: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 Impact AR — an Android AR Survival Game
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Tools: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6, C#, AR Foundation, ARCore, Android SDK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715000" y="960120"/>
            <a:ext cx="1554480" cy="1645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12471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15000" y="162763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715000" y="20391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Training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406640" y="960120"/>
            <a:ext cx="1554480" cy="1645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12471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162763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Unity 6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406640" y="20391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Used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715000" y="2880360"/>
            <a:ext cx="1554480" cy="1645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044952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15000" y="3547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715000" y="39593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Scripts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7406640" y="2880360"/>
            <a:ext cx="1554480" cy="16459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044952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3547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10/10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406640" y="39593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 of Internship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4864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" y="960120"/>
            <a:ext cx="8357616" cy="51206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05156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04241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Android application development workflow and tools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545336"/>
            <a:ext cx="54864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0624" y="1545336"/>
            <a:ext cx="8357616" cy="51206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636776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16276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knowledge of Unity 6 engine and C# programming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65760" y="2130552"/>
            <a:ext cx="54864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0624" y="2130552"/>
            <a:ext cx="8357616" cy="51206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22199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221284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Augmented Reality using AR Foundation and ARCore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65760" y="2715768"/>
            <a:ext cx="54864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20624" y="2715768"/>
            <a:ext cx="8357616" cy="51206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80720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78992" y="279806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modular game architecture with component-based patterns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65760" y="3300984"/>
            <a:ext cx="54864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20624" y="3300984"/>
            <a:ext cx="8357616" cy="51206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392424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78992" y="338328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gameplay systems — enemy spawning, collision, health, score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365760" y="3886200"/>
            <a:ext cx="54864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20624" y="3886200"/>
            <a:ext cx="8357616" cy="51206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397764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78992" y="396849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deploy a complete Android APK on a real device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365760" y="4471416"/>
            <a:ext cx="54864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20624" y="4471416"/>
            <a:ext cx="8357616" cy="51206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4562856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78992" y="455371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problem-solving, debugging, and project implementation skills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1005840"/>
            <a:ext cx="2651760" cy="1719072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325880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856" y="1280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Unity 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33856" y="170078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0" y="1005840"/>
            <a:ext cx="2651760" cy="1719072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325880"/>
            <a:ext cx="530352" cy="5303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86784" y="1280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C#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986784" y="170078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053328" y="1005840"/>
            <a:ext cx="2651760" cy="1719072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30352" cy="5303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39712" y="1280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 Foundation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839712" y="170078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Framework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47472" y="2926080"/>
            <a:ext cx="2651760" cy="1719072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246120"/>
            <a:ext cx="530352" cy="5303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33856" y="3200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ARCore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33856" y="36210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AR Backend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200400" y="2926080"/>
            <a:ext cx="2651760" cy="1719072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246120"/>
            <a:ext cx="530352" cy="5303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86784" y="3200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SDK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3986784" y="36210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Platform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053328" y="2926080"/>
            <a:ext cx="2651760" cy="1719072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246120"/>
            <a:ext cx="530352" cy="53035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39712" y="3200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Studio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839712" y="36210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Week-Wise Training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4864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" y="960120"/>
            <a:ext cx="8357616" cy="60350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332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Unity Basics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0" y="1069848"/>
            <a:ext cx="0" cy="402336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1051560"/>
            <a:ext cx="5440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 setup, scene management, C# scripting, MonoBehaviour lifecycle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36776"/>
            <a:ext cx="54864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636776"/>
            <a:ext cx="8357616" cy="60350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17099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19385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Foundation &amp; ARCore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0" y="1746504"/>
            <a:ext cx="0" cy="402336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728216"/>
            <a:ext cx="5440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Session, AR Camera, spatial tracking, virtual object placement in real world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313432"/>
            <a:ext cx="54864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" y="2313432"/>
            <a:ext cx="8357616" cy="60350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3865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61518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&amp; Shooting System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17520" y="2423160"/>
            <a:ext cx="0" cy="402336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2404872"/>
            <a:ext cx="5440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Touch/mouse input, raycasting, projectile instantiation and movement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2990088"/>
            <a:ext cx="54864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" y="2990088"/>
            <a:ext cx="8357616" cy="60350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30632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291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Systems &amp; Game AI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17520" y="3099816"/>
            <a:ext cx="0" cy="402336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3081528"/>
            <a:ext cx="5440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 spawning, UFO state machine, trajectory movement, periodic firing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3666744"/>
            <a:ext cx="54864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" y="3666744"/>
            <a:ext cx="8357616" cy="60350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37398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39684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Score &amp; UI Systems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17520" y="3776472"/>
            <a:ext cx="0" cy="402336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3758184"/>
            <a:ext cx="5440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GameState ScriptableObject, health management, UIController, HUD elements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4343400"/>
            <a:ext cx="54864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" y="4343400"/>
            <a:ext cx="8357616" cy="60350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4360" y="44165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4645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Polish &amp; Deployment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017520" y="4453128"/>
            <a:ext cx="0" cy="402336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54680" y="4434840"/>
            <a:ext cx="5440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AudioSfx ScriptableObject, FlashEffect, Android APK build &amp; device testing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— Asteroid Impact 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4864" cy="3840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" y="960120"/>
            <a:ext cx="4974336" cy="38404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2412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Was Built?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4663440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Android AR survival game where players defend Earth from asteroids and UFOs in their real-world environment.
</a:t>
            </a:r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Systems Built: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Asteroid spawner — 3 types, timed intervals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UFO state machine — Idle → Attack → Cooldown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Touch shooting with raycasting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 health system (Player + Earth)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GameState ScriptableObject event bus
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 camera integration with AR Foundation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23560" y="960120"/>
            <a:ext cx="315468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0" y="960120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0149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06440" y="1234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Unity 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23560" y="1737360"/>
            <a:ext cx="315468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23560" y="173736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7922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06440" y="20116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23560" y="2514600"/>
            <a:ext cx="315468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2514600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5694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Framework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27889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ARCore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23560" y="3291840"/>
            <a:ext cx="315468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0" y="329184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33467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06440" y="35661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 C#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23560" y="4069080"/>
            <a:ext cx="315468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23560" y="406908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412394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06440" y="4343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Pass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Modules Developed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4864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" y="960120"/>
            <a:ext cx="8357616" cy="585216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8813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 Module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78992" y="1261872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Session, AR Camera, ViewportPointToRay for accurate AR shooting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618488"/>
            <a:ext cx="54864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0624" y="1618488"/>
            <a:ext cx="8357616" cy="585216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46504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1664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Enemy Spawning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78992" y="192024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SpawnColliderArea coroutine — Large (5s), Medium (10s), Small (8s)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276856"/>
            <a:ext cx="54864" cy="5852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0624" y="2276856"/>
            <a:ext cx="8357616" cy="585216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0487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78992" y="23225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UFO Attack System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78992" y="2578608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machine: Idle → Attacking → Cooldown with trajectory movement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2935224"/>
            <a:ext cx="54864" cy="5852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20624" y="2935224"/>
            <a:ext cx="8357616" cy="585216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6324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78992" y="29809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Management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078992" y="3236976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Health.cs + MakeDamage.cs for Player &amp; Earth with trigger collisions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65760" y="3593592"/>
            <a:ext cx="54864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20624" y="3593592"/>
            <a:ext cx="8357616" cy="585216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2160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78992" y="3639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&amp; GameState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078992" y="3895344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ScriptableObject event bus — OnIncreaseScore, OnGameOver events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65760" y="4251960"/>
            <a:ext cx="54864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20624" y="4251960"/>
            <a:ext cx="8357616" cy="585216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379976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78992" y="4297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Controller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1078992" y="4553712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HUD: health bars, crosshair, real-time score, game over screen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" y="960120"/>
            <a:ext cx="4059936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2471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Start &amp; Scene Load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371600" y="13167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719072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0624" y="1719072"/>
            <a:ext cx="4059936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8366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810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 Session Initialization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371600" y="20756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478024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0624" y="2478024"/>
            <a:ext cx="4059936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4261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5694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Enemy Spawning System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371600" y="28346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3236976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20624" y="3236976"/>
            <a:ext cx="4059936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01568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33284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Shooting &amp; Raycasting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371600" y="35935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65760" y="3995928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20624" y="3995928"/>
            <a:ext cx="4059936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60520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40873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Damage &amp; Collision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371600" y="435254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754880" y="960120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809744" y="960120"/>
            <a:ext cx="4059936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1124712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76072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Bar Updates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5760720" y="13167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4754880" y="1719072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09744" y="1719072"/>
            <a:ext cx="4059936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1883664"/>
            <a:ext cx="310896" cy="31089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760720" y="1810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Tracking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5760720" y="20756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4754880" y="2478024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4809744" y="2478024"/>
            <a:ext cx="4059936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2642616"/>
            <a:ext cx="310896" cy="31089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760720" y="25694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Over Condition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5760720" y="28346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4754880" y="3236976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4809744" y="3236976"/>
            <a:ext cx="4059936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3401568"/>
            <a:ext cx="310896" cy="310896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760720" y="33284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Scene Navigation</a:t>
            </a:r>
            <a:endParaRPr lang="en-US" sz="1200" dirty="0"/>
          </a:p>
        </p:txBody>
      </p:sp>
      <p:sp>
        <p:nvSpPr>
          <p:cNvPr id="47" name="Text 36"/>
          <p:cNvSpPr/>
          <p:nvPr/>
        </p:nvSpPr>
        <p:spPr>
          <a:xfrm>
            <a:off x="5760720" y="35935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4754880" y="3995928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4809744" y="3995928"/>
            <a:ext cx="4059936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0" y="4160520"/>
            <a:ext cx="310896" cy="310896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5760720" y="40873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UFO State Transitions</a:t>
            </a:r>
            <a:endParaRPr lang="en-US" sz="1200" dirty="0"/>
          </a:p>
        </p:txBody>
      </p:sp>
      <p:sp>
        <p:nvSpPr>
          <p:cNvPr id="52" name="Text 40"/>
          <p:cNvSpPr/>
          <p:nvPr/>
        </p:nvSpPr>
        <p:spPr>
          <a:xfrm>
            <a:off x="5760720" y="435254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53" name="Shape 41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052E1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42"/>
          <p:cNvSpPr/>
          <p:nvPr/>
        </p:nvSpPr>
        <p:spPr>
          <a:xfrm>
            <a:off x="457200" y="46725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test cases passed  •  Deployed on real Android device  •  AR environment verified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D9488">
              <a:alpha val="13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657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Gained &amp; Conclusion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54864" cy="3749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0624" y="1051560"/>
            <a:ext cx="3968496" cy="3749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11155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Skills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 &amp; C# game development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Foundation &amp; ARCore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APK build &amp; deployment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component architecture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ScriptableObject event patterns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Physics, raycasting &amp; collisions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system &amp; audio implementation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051560"/>
            <a:ext cx="54864" cy="3749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18304" y="1051560"/>
            <a:ext cx="4242816" cy="3749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92040" y="1115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92040" y="1481328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complete AR game in 45 days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test cases passed on real device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decoupled event-driven design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real Android deployment experience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multiplayer &amp; iOS expansion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92040" y="3931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892040" y="4407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Gunjan Vishwakarma  |  24CEBMC606  |  MCA Semester IV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App Development — Internship Training Report</dc:title>
  <dc:subject>PptxGenJS Presentation</dc:subject>
  <dc:creator>Gunjan Vishwakarma</dc:creator>
  <cp:lastModifiedBy>Gunjan Vishwakarma</cp:lastModifiedBy>
  <cp:revision>1</cp:revision>
  <dcterms:created xsi:type="dcterms:W3CDTF">2026-05-16T03:29:01Z</dcterms:created>
  <dcterms:modified xsi:type="dcterms:W3CDTF">2026-05-16T03:29:01Z</dcterms:modified>
</cp:coreProperties>
</file>