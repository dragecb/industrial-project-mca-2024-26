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840480"/>
            <a:ext cx="2286000" cy="22860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54864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058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Asteroid Impact AR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40080" y="20574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Augmented Reality Survival Game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2651760"/>
            <a:ext cx="32004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8803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Gunjan Vishwakarma  |  Roll No: 24CEBMC606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326440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Semester IV  •  Engineering College Bikaner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364845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2025-26  |  Guide: Dr. Ankur Goswami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0" y="4572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Training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Asteroid Impact AR?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54864" cy="3749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0624" y="1005840"/>
            <a:ext cx="5248656" cy="374904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9728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Android AR game where you defend Earth </a:t>
            </a:r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asteroids and UFOs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real-world surroundings.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Unity 6 + AR Foundation (ARCore), the game overlays interactive enemies onto your physical space — you shoot them using touch controls.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Endless survival gameplay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Touch-based shooting with raycasting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health system (Player + Earth)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score tracking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97880" y="1005840"/>
            <a:ext cx="1554480" cy="155448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1430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97880" y="166420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Unity 6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897880" y="2057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Engine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589520" y="1005840"/>
            <a:ext cx="1554480" cy="155448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1430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166420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ARCore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589520" y="2057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Framework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897880" y="2834640"/>
            <a:ext cx="1554480" cy="155448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97180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897880" y="349300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897880" y="38862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Scripts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7589520" y="2834640"/>
            <a:ext cx="1554480" cy="155448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97180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89520" y="349300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Android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7589520" y="38862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606040" cy="169164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1325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Unity 6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70432" y="1737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Engine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00400" y="1051560"/>
            <a:ext cx="2606040" cy="169164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37160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005072" y="1325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C#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005072" y="1737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035040" y="1051560"/>
            <a:ext cx="2606040" cy="169164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39712" y="1325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 Foundation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839712" y="1737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Framework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65760" y="2971800"/>
            <a:ext cx="2606040" cy="169164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9184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70432" y="3246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ARCore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170432" y="3657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AR Backend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200400" y="2971800"/>
            <a:ext cx="2606040" cy="169164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291840"/>
            <a:ext cx="548640" cy="5486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005072" y="3246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Android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4005072" y="3657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Platform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6035040" y="2971800"/>
            <a:ext cx="2606040" cy="169164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291840"/>
            <a:ext cx="548640" cy="5486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839712" y="3246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Studio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6839712" y="3657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Modules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54864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0624" y="1005840"/>
            <a:ext cx="8357616" cy="59436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09728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0424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 Module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43000" y="1307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tracking &amp; virtual object placement in real world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1673352"/>
            <a:ext cx="54864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0624" y="1673352"/>
            <a:ext cx="8357616" cy="59436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6479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17099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Enemy Spawning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43000" y="197510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Medium, Small asteroids at timed intervals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2340864"/>
            <a:ext cx="54864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20624" y="2340864"/>
            <a:ext cx="8357616" cy="59436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432304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UFO Attack System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143000" y="264261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machine: Idle → Attacking → Cooldown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65760" y="3008376"/>
            <a:ext cx="54864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20624" y="3008376"/>
            <a:ext cx="8357616" cy="59436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099816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43000" y="30449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Management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143000" y="33101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HP for Player &amp; Earth with damage pipeline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65760" y="3675888"/>
            <a:ext cx="54864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20624" y="3675888"/>
            <a:ext cx="8357616" cy="59436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767328"/>
            <a:ext cx="384048" cy="38404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43000" y="37124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Management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1143000" y="39776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 via GameState ScriptableObject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365760" y="4343400"/>
            <a:ext cx="54864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20624" y="4343400"/>
            <a:ext cx="8357616" cy="59436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434840"/>
            <a:ext cx="384048" cy="38404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143000" y="43799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Controller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1143000" y="46451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HUD: health bars, crosshair, score, game over screen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Gameplay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1170432" cy="1188720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76656" y="749808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740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9184" y="1143000"/>
            <a:ext cx="1060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 App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9184" y="1664208"/>
            <a:ext cx="10607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Scene loads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63040" y="1600200"/>
            <a:ext cx="100584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1912" y="1005840"/>
            <a:ext cx="1170432" cy="1188720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84248" y="749808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84248" y="740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36776" y="1143000"/>
            <a:ext cx="1060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 Play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36776" y="1664208"/>
            <a:ext cx="10607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Session starts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70632" y="1600200"/>
            <a:ext cx="100584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89504" y="1005840"/>
            <a:ext cx="1170432" cy="1188720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749808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740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44368" y="1143000"/>
            <a:ext cx="1060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Enemies Spawn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944368" y="1664208"/>
            <a:ext cx="10607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Asteroids + UFO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078224" y="1600200"/>
            <a:ext cx="100584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97096" y="1005840"/>
            <a:ext cx="1170432" cy="1188720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99432" y="749808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9432" y="740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51960" y="1143000"/>
            <a:ext cx="1060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Player Shoots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51960" y="1664208"/>
            <a:ext cx="10607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→ Raycast → Bullet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85816" y="1600200"/>
            <a:ext cx="100584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04688" y="1005840"/>
            <a:ext cx="1170432" cy="1188720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07024" y="749808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07024" y="740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59552" y="1143000"/>
            <a:ext cx="1060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Collision Detected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559552" y="1664208"/>
            <a:ext cx="10607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applied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693408" y="1600200"/>
            <a:ext cx="100584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12280" y="1005840"/>
            <a:ext cx="1170432" cy="1188720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14616" y="749808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14616" y="740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67144" y="1143000"/>
            <a:ext cx="1060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Health/Score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867144" y="1664208"/>
            <a:ext cx="10607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refreshes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001000" y="1600200"/>
            <a:ext cx="100584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19872" y="1005840"/>
            <a:ext cx="1170432" cy="1188720"/>
          </a:xfrm>
          <a:prstGeom prst="rect">
            <a:avLst/>
          </a:prstGeom>
          <a:solidFill>
            <a:srgbClr val="4C0519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522208" y="749808"/>
            <a:ext cx="365760" cy="3657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22208" y="740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74736" y="1143000"/>
            <a:ext cx="1060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CA5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 Over?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174736" y="1664208"/>
            <a:ext cx="10607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HP = 0 → End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3154680"/>
            <a:ext cx="859536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continues until Earth health reaches 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Enemy System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2194560"/>
        </p:xfrm>
        <a:graphic>
          <a:graphicData uri="http://schemas.openxmlformats.org/drawingml/2006/table">
            <a:tbl>
              <a:tblPr/>
              <a:tblGrid>
                <a:gridCol w="2377440"/>
                <a:gridCol w="1920240"/>
                <a:gridCol w="2286000"/>
                <a:gridCol w="18288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Enemy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Spawn Interval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🪨 Large Asteroid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5 sec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(fast)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damage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🪨 Medium Asteroid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10 sec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(medium)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damage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🪨 Small Asteroid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8 sec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(slow)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damage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🛸 UFO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Trajectory-driven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bursts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1D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3429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UFO State Machine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914400" y="3886200"/>
            <a:ext cx="2011680" cy="685800"/>
          </a:xfrm>
          <a:prstGeom prst="rect">
            <a:avLst/>
          </a:prstGeom>
          <a:solidFill>
            <a:srgbClr val="1E1B4B"/>
          </a:solidFill>
          <a:ln w="254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38862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Idle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926080" y="4229100"/>
            <a:ext cx="64008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0" y="413308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8BFA"/>
                </a:solidFill>
              </a:rPr>
              <a:t>→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566160" y="3886200"/>
            <a:ext cx="2011680" cy="685800"/>
          </a:xfrm>
          <a:prstGeom prst="rect">
            <a:avLst/>
          </a:prstGeom>
          <a:solidFill>
            <a:srgbClr val="1E3A5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566160" y="38862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577840" y="4229100"/>
            <a:ext cx="64008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0" y="413308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8BFA"/>
                </a:solidFill>
              </a:rPr>
              <a:t>→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17920" y="3886200"/>
            <a:ext cx="2011680" cy="685800"/>
          </a:xfrm>
          <a:prstGeom prst="rect">
            <a:avLst/>
          </a:prstGeom>
          <a:solidFill>
            <a:srgbClr val="1E1B4B"/>
          </a:solidFill>
          <a:ln w="254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17920" y="38862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Cooldown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2004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 loops back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&amp;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54864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0624" y="1005840"/>
            <a:ext cx="4059936" cy="54864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1556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0789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 Start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371600" y="131673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1673352"/>
            <a:ext cx="54864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0624" y="1673352"/>
            <a:ext cx="4059936" cy="54864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830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17465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Enemy Spawning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371600" y="19842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2340864"/>
            <a:ext cx="54864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20624" y="2340864"/>
            <a:ext cx="4059936" cy="54864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50592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24140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Shooting System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371600" y="26517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65760" y="3008376"/>
            <a:ext cx="54864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20624" y="3008376"/>
            <a:ext cx="4059936" cy="54864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118104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71600" y="30815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Damage System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371600" y="33192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754880" y="1005840"/>
            <a:ext cx="54864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809744" y="1005840"/>
            <a:ext cx="4059936" cy="54864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1115568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760720" y="10789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Bar Update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760720" y="131673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754880" y="1673352"/>
            <a:ext cx="54864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809744" y="1673352"/>
            <a:ext cx="4059936" cy="54864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178308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760720" y="17465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Update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5760720" y="19842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4754880" y="2340864"/>
            <a:ext cx="54864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809744" y="2340864"/>
            <a:ext cx="4059936" cy="54864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2450592"/>
            <a:ext cx="320040" cy="32004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760720" y="24140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 Over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5760720" y="26517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4754880" y="3008376"/>
            <a:ext cx="54864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4809744" y="3008376"/>
            <a:ext cx="4059936" cy="54864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0" y="3118104"/>
            <a:ext cx="320040" cy="32004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760720" y="30815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 Initialization</a:t>
            </a:r>
            <a:endParaRPr lang="en-US" sz="1200" dirty="0"/>
          </a:p>
        </p:txBody>
      </p:sp>
      <p:sp>
        <p:nvSpPr>
          <p:cNvPr id="42" name="Text 32"/>
          <p:cNvSpPr/>
          <p:nvPr/>
        </p:nvSpPr>
        <p:spPr>
          <a:xfrm>
            <a:off x="5760720" y="33192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solidFill>
            <a:srgbClr val="052E16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4" name="Text 34"/>
          <p:cNvSpPr/>
          <p:nvPr/>
        </p:nvSpPr>
        <p:spPr>
          <a:xfrm>
            <a:off x="457200" y="4599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test cases passed  •  Tested on real Android device  •  AR initialization verified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&amp; Future Enhancements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54864" cy="3931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0624" y="960120"/>
            <a:ext cx="3968496" cy="393192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241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Limitations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only — no iOS support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persistent high score storage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difficulty (no scaling)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multiplayer mode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object pooling optimization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reward/achievement system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54864" cy="3931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18304" y="960120"/>
            <a:ext cx="4242816" cy="393192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0241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Enhancements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difficulty scaling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pooling for performance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leaderboard system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&amp; achievement system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(co-op / competitive)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(iOS + AR glasses)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5029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365760" y="1143000"/>
            <a:ext cx="54864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0624" y="1143000"/>
            <a:ext cx="8357616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71016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12344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 full AR survival game on Android using Unity 6 and ARCore.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65760" y="1901952"/>
            <a:ext cx="54864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0624" y="1901952"/>
            <a:ext cx="8357616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29968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1993392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ScriptableObject-based architecture enables easy future expansion.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365760" y="2660904"/>
            <a:ext cx="54864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20624" y="2660904"/>
            <a:ext cx="8357616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788920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2752344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functional test cases passed — stable on real device.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365760" y="3419856"/>
            <a:ext cx="54864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420624" y="3419856"/>
            <a:ext cx="8357616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547872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43000" y="3511296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at CDTS Bikaner (45 days) strengthened Android development skills.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365760" y="4178808"/>
            <a:ext cx="54864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420624" y="4178808"/>
            <a:ext cx="8357616" cy="640080"/>
          </a:xfrm>
          <a:prstGeom prst="rect">
            <a:avLst/>
          </a:prstGeom>
          <a:solidFill>
            <a:srgbClr val="1E1B4B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306824"/>
            <a:ext cx="384048" cy="38404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143000" y="427024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ready for multiplayer, adaptive difficulty, and iOS support.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Asteroid Impact AR</dc:title>
  <dc:subject>PptxGenJS Presentation</dc:subject>
  <dc:creator>Gunjan Vishwakarma</dc:creator>
  <cp:lastModifiedBy>Gunjan Vishwakarma</cp:lastModifiedBy>
  <cp:revision>1</cp:revision>
  <dcterms:created xsi:type="dcterms:W3CDTF">2026-05-15T18:42:44Z</dcterms:created>
  <dcterms:modified xsi:type="dcterms:W3CDTF">2026-05-15T18:42:44Z</dcterms:modified>
</cp:coreProperties>
</file>